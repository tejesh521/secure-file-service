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framing: I will walk the layers, then the four critical paths in code (upload, storage write, signing, download), then data model, error handling, config, tests and CI. I will end with the trade-offs I want challenged. Line counts from wc on app/ and tests/. 166 = 153 fast tests plus 13 PostgreSQL integration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Ports are typing.Protocol classes in domain/files/ports.py: Clock, FileRepository, AuditRepository, FileStorage. Handlers receive them by constructor; api/dependencies.py wires SQLAlchemy and LocalFileStorage adapters in. Tests swap in fakes from tests/fixtures/fakes.py.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is added in main.py in reverse of execution order, so RequestIdMiddleware is added last and runs first. The unexpected-exception handler runs outside RequestIdMiddleware, which is why errors.py re-adds the X-Request-ID header on 500s. ApiKeyAuthenticator compares against every key with hmac.compare_digest so timing does not reveal which keys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add() calls session.flush() before returning so the file row exists before the audit row is inserted. SQLite did not care about the order; PostgreSQL enforced the FK and rejected the audit insert. The integration suite caught this. On replay the redundant bytes are deleted before comparing hashes; cost accepted is one discarded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class implements the FileStorage port. Object storage would be a second adapter implementing the same five methods: write, path_for, exists, delete, open. tests/unit/test_local_storage.py covers the endless-reader cap, exact-limit acceptance, traversal key refusal and no partial files after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expiry out of verify() keeps the signer pure and trivially testable. DownloadService injects a Clock port and calls is_expired(exp, now), where now == exp counts as expired. tests/unit/test_security.py: round trip, every-field-change breaks it, unknown kid, rotation, stateless across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in api/v1/downloads.py shape-validates the four query params with Pydantic first, so garbage produces a 422 before this code runs. tests/unit/test_download_service.py asserts the repository is never called when the signature is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Pagination ordering uses (created_at DESC, id DESC) for a stable tiebreak. Integration tests assert the expected indexes exist by name and that UNIQUE(owner_id, idempotency_key) raises IntegrityError naming the constraint while NULL keys do not collide.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domain never knows about HTTP. Adding a new failure means a new DomainError subclass plus one line in DOMAIN_STATUS. Missing an entry falls back to 400 rather than crashing. Anti-enumeration: get_for_owner returns None for both missing and foreign files, so both yield the identical 404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tests/unit/test_config.py covers pair parsing, the active key must be in the ring, TTL ordering, and each production rail individually. Secrets are never logged: the JSON formatter has an allowlist of fields and URLs with signatures are not logged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Fakes live in tests/fixtures/fakes.py and implement the Protocol ports in memory. The security-critical assertions to point reviewers at: test_any_field_change_invalidates_signature, test_extending_expiry_in_url_rejected, test_link_for_one_file_cannot_fetch_another, test_other_owner_cannot_see_or_probe, test_link_survives_service_restart, test_missing_bytes_is_internal_error_without_leak.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dev environment has no Docker daemon, so the image is built and verified only in CI. concurrency: cancel-in-progress per ref. The OpenAPI snapshot check fails CI with the instruction to run make openapi, which keeps openapi/openapi.yaml truthful.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reviewers to push on ADR-004 hardest. The mitigation is that every generation is audited with its link_id, so a revocation table can be seeded from existing data and the URL format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review to start wherever they like: the four critical paths are each under 120 lines. Known limitations are listed in docs/KNOWN_LIMITATIONS.md, and the prioritised improvement list is docs/REVIEW_NOTES.md.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6868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0195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File Service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walkthrough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56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app/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2.3k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3456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tests/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456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3456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Tejesh Chintapalli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FastAPI · SQLAlchemy 2 · PostgreSQL 16 · github.com/Tejesh521/secure-file-service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 and dependency rule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application → domain ← infrastructure. The domain imports nothing from SQLAlchemy or FastAPI.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754880" cy="2286000"/>
          </a:xfrm>
          <a:prstGeom prst="roundRect">
            <a:avLst>
              <a:gd name="adj" fmla="val 2800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            # app factory, middleware order, handlers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               # routers, dependencies, errors, middleware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v1/files.py      # 6 owner operations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v1/downloads.py  # public signed download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application/       # one use case per file, one txn each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commands/        # upload_file, create_signed_link, delete_file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queries/         # get_file, list_files, list_audit_events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        # download_service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domain/files/      # entities, ports, services, state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infrastructure/    # SQLAlchemy repos, LocalFileStorage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core/              # config, security, logging, lifecycle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schemas/           # Pydantic request/response models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migrations/          # Alembic 0001_initial, drift-checked in CI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   # unit · api · integration · contract · e2e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4754880" cy="1143000"/>
          </a:xfrm>
          <a:prstGeom prst="roundRect">
            <a:avLst>
              <a:gd name="adj" fmla="val 5600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6118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app/domain/files/ports.py  (typing.Protocol, faked in tests)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Clock(Protocol):          def now(self) -&gt; datetime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FileRepository(Protocol): add · get · get_for_owner ·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find_by_idempotency_key ·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list_for_owner · set_status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AuditRepository(Protocol): add · list_for_file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FileStorage(Protocol):    write · path_for · exists ·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delete · open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49240" y="1143000"/>
            <a:ext cx="3337560" cy="804672"/>
          </a:xfrm>
          <a:prstGeom prst="roundRect">
            <a:avLst>
              <a:gd name="adj" fmla="val 795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58968" y="1252728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8968" y="1252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21615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only. Parses input, calls a handler, maps exceptions to the envelope. No business rules.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2029968"/>
            <a:ext cx="3337560" cy="804672"/>
          </a:xfrm>
          <a:prstGeom prst="roundRect">
            <a:avLst>
              <a:gd name="adj" fmla="val 795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58968" y="2139696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58968" y="21396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1031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cases. Each handler owns exactly one transaction and one audit write.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2916936"/>
            <a:ext cx="3337560" cy="804672"/>
          </a:xfrm>
          <a:prstGeom prst="roundRect">
            <a:avLst>
              <a:gd name="adj" fmla="val 795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58968" y="3026664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58968" y="30266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29900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pure functions (TTL, expiry, filename hygiene), state machine, ports.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9240" y="3803904"/>
            <a:ext cx="3337560" cy="804672"/>
          </a:xfrm>
          <a:prstGeom prst="roundRect">
            <a:avLst>
              <a:gd name="adj" fmla="val 7955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3913632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8770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the ports: SQLAlchemy repositories, local disk storage, engine.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5720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ask: confirm no import from app.infrastructure or fastapi inside app/domain.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wiring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middleware order, then FastAPI dependencies build a handler per request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61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valid X-Request-ID or mint one; echoed on every response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737360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AccessLog + Metrics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line per request; route labels are templates, never raw paths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395728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505456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578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BodySizeLimit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Content-Length check and streamed cap; 100 MiB uploads, 1 MiB elsewhere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23160" y="3054096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163824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TrustedHost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only; probes exempt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3712464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8953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v1/files (API key) · v1/download (signature) · health · metrics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188720"/>
            <a:ext cx="4114800" cy="2514600"/>
          </a:xfrm>
          <a:prstGeom prst="roundRect">
            <a:avLst>
              <a:gd name="adj" fmla="val 2545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1243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app/api/dependencies.py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1463040"/>
            <a:ext cx="38404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get_current_user(request, api_key=Header("X-API-Key")):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 = request.app.state.authenticator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= auth.authenticate(api_key)   # constant time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user_id is None: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HTTPException(401, {"code": "UNAUTHORIZED"},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headers={"WWW-Authenticate": "ApiKey"})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user_id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get_link_handler(db: DbDep, signer: SignerDep,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metrics: MetricsDep, settings: SettingsDep):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CreateSignedLinkHandler(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db, SqlAlchemyFileRepository(db),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SqlAlchemyAuditRepository(db), signer, _clock, metrics,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public_base_url=settings.public_base_url,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default_ttl=settings.default_link_ttl_seconds,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max_ttl=settings.max_link_ttl_seconds)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 request from app.state.session_factory, closed in a finally. Signer, storage and authenticator are built once at startup in core/lifecycle.py.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1: upload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first, then metadata and audit in one transaction. The unique constraint arbitrates races.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app/application/commands/upload_file.py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execute(self, cmd: UploadFileCommand) -&gt; UploadFileResult: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stream to storage first; we need the hash to judge replays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stored = self._storage.write(cmd.stream, max_bytes=self._max)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cmd.idempotency_key: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existing = self._files.find_by_idempotency_key(owner, key)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existing is not None: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self._replay(existing, stored)   # deletes new bytes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FileRecord(id=uuid4(), owner_id=..., sha256=stored.sha256,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storage_key=stored.storage_key, status=AVAILABLE, ...)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self._files.add(record)             # flush() inside: FK order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self._audit.add(AuditEvent(FILE_UPLOADED, actor=owner, ...))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self._session.commit()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IntegrityError: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concurrent same-key uploads raced; UNIQUE is the arbiter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self._session.rollback()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existing = self._files.find_by_idempotency_key(owner, key)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existing: return self._replay(existing, stored)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self._storage.delete(stored.storage_key); raise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   # any other persistence failure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self._session.rollback()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self._storage.delete(stored.storage_key)  # never orphan bytes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bytes first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replay decision needs the SHA-256. Same key with different content is a 409, not a silent wrong file.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direction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22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without a row are garbage to sweep. A row without bytes would serve a 500. So bytes go first and are removed on any persistence failure.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3026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227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concurrent uploads with one key on PostgreSQL produce exactly one row and one audit event. Covered in tests/integration.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IntegrityError branch correct if the constraint hit was storage_key rather than the idempotency key?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2: writing to private storage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server-generated keys, temp file plus atomic rename, size enforced while streaming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app/infrastructure/storage/local.py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new_key() -&gt; str: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uuid.uuid4().hex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f"{key[:2]}/{key}"           # 256 shard dirs, no client input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path_for(self, storage_key: str) -&gt; str: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(self._root / storage_key).resolve()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self._root not in path.parents:  # defence in depth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ValueError("storage key escapes storage root")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str(path)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write(self, stream, *, max_bytes) -&gt; StoredObject: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key, tmp = self.new_key(), self._tmp / f"{uuid4().hex}.part"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digest, size = hashlib.sha256(), 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open(tmp, "wb") as out: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chunk := stream.read(self._chunk):     # 64 KiB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size += len(chunk)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size &gt; max_bytes: raise UploadTooLarge(max_bytes)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digest.update(chunk); out.write(chunk)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out.flush(); os.fsync(out.fileno())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size == 0: raise EmptyUpload()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os.replace(tmp, self.path_for(key))            # atomic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BaseException: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tmp.unlink(missing_ok=True); raise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StoredObject(key, size, digest.hexdigest())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is impossible by construction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filename is never part of a path. It is sanitised only for metadata and Content-Disposition.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 Content-Length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22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middleware checks the declared length. The adapter re-enforces the cap on actual bytes, so a chunked upload cannot fill the disk.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3026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objects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227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mid-write leaves a .part file in .tmp, never a half object under a final key.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is 0700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outside any static mount. Readiness probe writes a probe file to prove writability.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3: signing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HMAC-SHA256 with a key ring. The signer verifies bytes; the caller decides about time.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2926080"/>
          </a:xfrm>
          <a:prstGeom prst="roundRect">
            <a:avLst>
              <a:gd name="adj" fmla="val 218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app/core/security.py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SIGNATURE_VERSION = "v1"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@staticmethod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message(file_id, link_id, expires_at) -&gt; bytes: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newline-delimited so the encoding is unambiguous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f"{SIGNATURE_VERSION}\n{file_id}\n{link_id}\n{expires_at}".encode()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sign(self, file_id, link_id, expires_at) -&gt; Signature: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digest = hmac.new(self._keys[self._active],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self.message(file_id, link_id, expires_at),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hashlib.sha256).digest()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Signature(key_id=self._active, value=_b64url(digest))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verify(self, file_id, link_id, expires_at, key_id, signature):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self._keys.get(key_id)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key is None: raise UnknownKeyId(key_id)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 = _b64url(hmac.new(key, self.message(...), sha256).digest())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hmac.compare_digest(expected.encode(), signature.encode()):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SignatureMismatch()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expiry is NOT checked here: the caller owns the clock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/v1/download/{file_id}?exp=&lt;epoch&gt;&amp;lid=&lt;uuid&gt;&amp;kid=k1&amp;sig=&lt;b64url&gt;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signed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file id, link id, expiry. Changing any field, including extending exp, breaks the signature.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322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SIGNING_KEYS="k1:secret,k0:old". Active key signs, every key verifies. Rotation without invalidating links.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3026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survival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27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comes from configuration. A fresh UrlSigner with the same config verifies old links. Tested at unit and API level.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version-prefixed so a v2 format can coexist. Is newline framing enough given ids are UUIDs and exp is an int?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4: download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fail-closed. A bad signature never touches the database.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app/application/services/download_service.py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resolve(self, req: SignedRequest, ctx: RequestContext) -&gt; DownloadTarget: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self._signer.verify(req.file_id, req.link_id, req.expires_at,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req.key_id, req.signature)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SignatureError as exc: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metrics.download_failures_total.labels(reason="signature").inc()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LinkSignatureInvalid(...) from exc                 # 403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now = self._clock.now()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is_expired(req.expires_at, now):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LinkExpired(...)                                   # 410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self._files.get(req.file_id)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record is None:            raise FileNotFound(...)       # 404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record.is_available:   raise FileUnavailable(...)    # 410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self._storage.exists(record.storage_key):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logger.error("stored object missing", extra={...})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StorageInconsistent(...)                           # 500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self._audit.add(AuditEvent(FILE_DOWNLOADED, link_id=req.link_id,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request_id=ctx.request_id, ...))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self._session.commit()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DownloadTarget(path=storage.path_for(record.storage_key),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filename=..., content_type=..., sha256=...)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is CPU only. Expiry is a clock read. Only then one primary-key lookup, one stat, one insert, one sendfile.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is labelled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22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download_failures_total{reason} lets alerts distinguish abuse (signature) from operational loss (storage_missing).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3026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headers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227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Content-Disposition: attachment with UTF-8 filename*, X-Content-Type-Options: nosniff, Cache-Control: private, no-store, ETag from sha256.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 happens before the bytes stream. A client that disconnects mid-download is still recorded as downloaded. Acceptable?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tables, two unique constraints, two composite indexes. Each exists for one named query or invariant.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69080" cy="2240280"/>
          </a:xfrm>
          <a:prstGeom prst="roundRect">
            <a:avLst>
              <a:gd name="adj" fmla="val 2857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794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     VARCHAR(36)  PK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owner_id          VARCHAR(128)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original_filename VARCHAR(255) NOT NULL  # display only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content_type      VARCHAR(255)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size_bytes        BIGINT      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sha256            VARCHAR(64) 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storage_key       VARCHAR(512) UNIQUE    # never shared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    VARCHAR(32)  NOT NULL  # avail|deleted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idempotency_key   VARCHAR(255)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/ updated_at / deleted_at TIMESTAMPTZ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(owner_id, idempotency_key)       # race arbiter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 (owner_id, created_at)            # list my files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617720" y="1143000"/>
            <a:ext cx="4069080" cy="2240280"/>
          </a:xfrm>
          <a:prstGeom prst="roundRect">
            <a:avLst>
              <a:gd name="adj" fmla="val 2857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234440"/>
            <a:ext cx="3794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audit_events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VARCHAR(36)  PK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file_id     VARCHAR(36)  FK files(id) ON DELETE CASCADE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event_type  VARCHAR(64)  # file.uploaded | link.generated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# file.downloaded | file.deleted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actor_id    VARCHAR(128) NULL  # null: anonymous download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link_id     VARCHAR(36)  NULL  # ties generate to download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expires_at  TIMESTAMPTZ 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request_id  VARCHAR(128) NULL  # same as HTTP X-Request-ID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client_ip   VARCHAR(64) 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    JSONB       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TIMESTAMPTZ  NOT NULL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(file_id, created_at)    # this file's trail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611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status=deleted plus deleted_at. Keeps audit integrity and lets a deleted file return 410 rather than 404.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352044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611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links table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stateless. The only record of a link is its link.generated audit row, which is what would seed a revocation table later.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352044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3611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0001_initial. CI runs upgrade, alembic check (no model drift), downgrade base, upgrade again.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3520440"/>
            <a:ext cx="1993392" cy="1143000"/>
          </a:xfrm>
          <a:prstGeom prst="roundRect">
            <a:avLst>
              <a:gd name="adj" fmla="val 5600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1424" y="3611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timestamps TIMESTAMPTZ. Repositories coerce naive values from SQLite in tests to aware UTC.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exceptions carry a code. One handler maps them to status. One envelope for every non-2xx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app/domain/files/exceptions.py · app/api/errors.py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DomainError(Exception):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 = "DOMAIN_ERROR"; message = "Request could not be processed."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LinkExpired(DomainError):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 = "LINK_EXPIRED"; message = "Signed link has expired."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app/api/errors.py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DOMAIN_STATUS = {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FileNotFound: 404,        FileUnavailable: 410,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EmptyUpload: 422,         UploadTooLarge: 413,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InvalidTTL: 422,          LinkSignatureInvalid: 403,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LinkExpired: 410,         IdempotencyConflict: 409,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StorageInconsistent: 500, InvalidStateTransition: 409,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@app.exception_handler(domain.DomainError)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_domain(request, exc):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DOMAIN_STATUS.get(type(exc), 400)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&gt;= 500:   # never leak internals on 5xx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logger.error("domain failure", extra={"code": exc.code, **exc.context})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error_response(request, status, exc.code, "Internal server error.")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error_response(request, status, exc.code, exc.message)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{"error": {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"code": "LINK_EXPIRED",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"Signed link has expired.",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[],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"request_id": "req_…"}}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RequestValidationError → 422 with field paths, body prefix stripped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OperationalError → 503, readiness also flips to 503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SQLAlchemyError → 500, logged with stack, sanitised body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route and wrong method also use the envelope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 runs outside RequestIdMiddleware, so the handler re-adds X-Request-ID itself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assert every documented error response uses ErrorResponse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production rails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pydantic-settings. A misconfigured production process refuses to start rather than serve with weak secrets.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1818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app/core/config.py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9377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Settings(BaseSettings):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Literal["development","test","staging","production"]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database_url: str                # normalised to postgresql+psycopg://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storage_root: Path               # created 0700, never served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signing_keys: str                # "k1:secret,k0:old"  (key ring)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signing_active_key_id: str | None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api_keys: str                    # "apikey:userid,..."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public_base_url: str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default_link_ttl_seconds: int = 3600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max_link_ttl_seconds: int = 7 * 24 * 3600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max_upload_bytes: int = 100 * MIB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max_request_body_bytes: int = 1 * MIB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database_statement_timeout_ms, database_connect_timeout_seconds, ...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@model_validator(mode="after")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_validate(self) -&gt; Settings: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self.default_link_ttl_seconds &gt; self.max_link_ttl_seconds: raise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self.is_production: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self.signing_keys == _DEV_SIGNING_KEYS: raise ValueError(...)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self.api_keys == _DEV_API_KEYS:         raise ValueError(...)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kid, secret in ring.items():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len(secret) &lt; 32: raise ValueError("min 32 bytes")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self.public_base_url.startswith("https://"): raise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 at import of settings inside the lifespan. Bad config is a crash loop with a clear message, not a running service with dev keys.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pinning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22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platforms inject postgres:// URLs, which SQLAlchemy maps to psycopg2. normalize_database_url rewrites to psycopg 3, which is what the image ships.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3026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 waits forever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227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timeout, statement_timeout via connection options, pool timeout, shutdown timeout. All from env.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32 bytes the right floor for HMAC-SHA256 secrets here? make secret generates 48 URL-safe bytes.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where it is safe, real PostgreSQL where the answer would differ. Fakes for ports, no mocks.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54480" y="1143000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4208" y="121615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· 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64208" y="1417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instance, opt-in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1746504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9888" y="181965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 ·  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0208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openapi.yaml == app.openapi(); responses match schemas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2350008"/>
            <a:ext cx="3108960" cy="530352"/>
          </a:xfrm>
          <a:prstGeom prst="roundRect">
            <a:avLst>
              <a:gd name="adj" fmla="val 1206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242316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·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62432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constraints, cascade, JSONB, migrations, 16-way race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2953512"/>
            <a:ext cx="3657600" cy="530352"/>
          </a:xfrm>
          <a:prstGeom prst="roundRect">
            <a:avLst>
              <a:gd name="adj" fmla="val 12069"/>
            </a:avLst>
          </a:prstGeom>
          <a:solidFill>
            <a:srgbClr val="E3EEF2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026664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·  52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22783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ASGI stack, SQLite in memory, temp storage, keys k1 + k0 rotated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E3EEF2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63016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·  97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83133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signer, domain rules, handlers with fakes, storage adapter, config, middleware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fast tests in about 2 seconds, no services. 98% line coverage, fail_under 85. Integration adds 13 on PostgreSQL in CI.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0E1E2E"/>
          </a:solidFill>
          <a:ln w="12700">
            <a:solidFill>
              <a:srgbClr val="0E1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1234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tests/integration/test_api_postgres.py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test_concurrent_uploads_same_key_create_one_file(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pg_client, pg_engine):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attempt(_):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pg_client.post("/v1/files",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headers={**ALICE, "Idempotency-Key": "burst-1"},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files={"file": ("same.bin", BytesIO(PAYLOAD),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"application/octet-stream")},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).status_code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ThreadPoolExecutor(max_workers=8) as pool: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statuses = list(pool.map(attempt, range(16)))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statuses.count(201) == 1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set(statuses) &lt;= {200, 201}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count("files") == 1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count("audit_events", "file.uploaded") ==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3611880"/>
            <a:ext cx="3840480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3685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PostgreSQL tier caught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39044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SQLite, the file row and its audit row could flush in either order. PostgreSQL enforced the FK and rejected the audit insert. Fix: flush the file row before dependent inserts. That is why add() flushes.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and delivery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 on every push and PR. The container job depends on quality and unit passing.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93392" cy="2240280"/>
          </a:xfrm>
          <a:prstGeom prst="roundRect">
            <a:avLst>
              <a:gd name="adj" fmla="val 321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1378915"/>
            <a:ext cx="204826" cy="204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format --check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--strict app scripts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export_openapi.py --check (snapshot drift)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2286000"/>
            <a:ext cx="91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42032" y="1188720"/>
            <a:ext cx="1993392" cy="2240280"/>
          </a:xfrm>
          <a:prstGeom prst="roundRect">
            <a:avLst>
              <a:gd name="adj" fmla="val 321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9192" y="129844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659" y="1378915"/>
            <a:ext cx="204826" cy="2048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6392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679192" y="17830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+ api + contract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xml uploaded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services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35424" y="2286000"/>
            <a:ext cx="91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626864" y="1188720"/>
            <a:ext cx="1993392" cy="2240280"/>
          </a:xfrm>
          <a:prstGeom prst="roundRect">
            <a:avLst>
              <a:gd name="adj" fmla="val 321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64024" y="129844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91" y="1378915"/>
            <a:ext cx="204826" cy="20482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1224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17830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postgres:16 service container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upgrade → check → downgrade → upgrade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-m integration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620256" y="2286000"/>
            <a:ext cx="91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711696" y="1188720"/>
            <a:ext cx="1993392" cy="2240280"/>
          </a:xfrm>
          <a:prstGeom prst="roundRect">
            <a:avLst>
              <a:gd name="adj" fmla="val 3211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48856" y="129844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323" y="1378915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06056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848856" y="178308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build, Ubuntu 24.04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container uid == 10001 (non-root)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migrate, start, scripts/smoke_test.py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611880"/>
            <a:ext cx="4069080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94360" y="3685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security.yml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9436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on the dependency set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of the built image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on the repository history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617720" y="3611880"/>
            <a:ext cx="4069080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754880" y="3685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path (DigitalOcean App Platform, .do/app.yaml)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754880" y="3931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PRE_DEPLOY job runs alembic upgrade head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/health/ready gates traffic; flips 503 on SIGTERM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smoke_test.py against the live URL as the gate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I want challenged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recorded as an ADR in docs/DECISIONS.md with the condition under which I would reverse it.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43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143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accepted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143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would change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380744"/>
            <a:ext cx="8229600" cy="548640"/>
          </a:xfrm>
          <a:prstGeom prst="rect">
            <a:avLst/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HMAC links, no links table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and replica safe, zero I/O to verify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per-link revocation. Deleting the file kills all links.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 for "revoke this link" → revoked_links(link_id) checked after signature.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ADR-008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before metadata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needs the hash; failure direction is safe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cleanup paths, one wasted write on replay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 correctness; an outbox if post-processing appears.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478024"/>
            <a:ext cx="8229600" cy="548640"/>
          </a:xfrm>
          <a:prstGeom prst="rect">
            <a:avLst/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API keys → user id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needs ownership, defines no IdP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scopes, rotation needs redeploy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an identity provider exists. One dependency to swap.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behind FileStorage port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the brief; atomic rename; sendfile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instance; ephemeral on App Platform without a volume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real users. Object storage is one new adapter.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575304"/>
            <a:ext cx="8229600" cy="548640"/>
          </a:xfrm>
          <a:prstGeom prst="rect">
            <a:avLst/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ADR-006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processing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278892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slow to defer; one fewer component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7091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burst absorption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scan or thumbnails → transactional outbox → workers.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7889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integrity; deleted → 410 not 404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7091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includes deleted files (no status filter yet)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status filter; retention job for old rows.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 for each question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review questions, the code that answers them, and the test that proves it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143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143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365760"/>
          </a:xfrm>
          <a:prstGeom prst="rect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72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link survive a restart?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1490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core/security.py UrlSigner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test_link_survives_service_restart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379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 be extended in the URL?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856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message() includes expires_at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test_extending_expiry_in_url_rejected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8229600" cy="365760"/>
          </a:xfrm>
          <a:prstGeom prst="rect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2037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link fetch a different file?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221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message() includes file_id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test_link_for_one_file_cannot_fetch_another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569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retries with one key?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2587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upload_file.py IntegrityError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test_concurrent_uploads_with_same_idempotency_key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852928"/>
            <a:ext cx="8229600" cy="365760"/>
          </a:xfrm>
          <a:prstGeom prst="rect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935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dies after bytes are written?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upload_file.py except: storage.delete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test_persistence_failure_removes_orphaned_bytes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3009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owner probing my file ids?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3319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file_repository.get_for_owner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test_other_owner_cannot_see_or_probe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584448"/>
            <a:ext cx="8229600" cy="365760"/>
          </a:xfrm>
          <a:prstGeom prst="rect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3666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signature hitting the database?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3685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download_service.py resolve() order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test_download_service: repo never called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0325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bytes leaking paths?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880360" y="4050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errors.py 5xx branch sanitises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test_missing_bytes_is_internal_error_without_leak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solidFill>
            <a:srgbClr val="1B3A55"/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43982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secrets in production?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2880360" y="4416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_validate production rails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4416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test_config production cases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Service · Code review · Tejesh Chintapalli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Service — Code Review</dc:title>
  <dc:subject>PptxGenJS Presentation</dc:subject>
  <dc:creator>Tejesh Chintapalli</dc:creator>
  <cp:lastModifiedBy>Tejesh Chintapalli</cp:lastModifiedBy>
  <cp:revision>1</cp:revision>
  <dcterms:created xsi:type="dcterms:W3CDTF">2026-09-22T22:46:01Z</dcterms:created>
  <dcterms:modified xsi:type="dcterms:W3CDTF">2026-09-22T22:46:01Z</dcterms:modified>
</cp:coreProperties>
</file>