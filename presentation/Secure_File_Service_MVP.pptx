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I built the smallest complete version of a secure file-sharing service. A user uploads a private file, the service stores its metadata, and the owner can generate a temporary signed download URL. When someone uses that URL, the service verifies the signature and expiration before serving the file. Link generation is recorded for auditing.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before the solution. Four constraints drove every design decision: privacy, ownership, temporary access, and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core message out loud here. Then note the MVP choices: for the MVP I used local private storage, PostgreSQL for metadata, and static API keys mapped to user ids because the brief needed a user id but defined no identity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Two kinds of callers: owners with an API key and anonymous link holders. The service is stateless. PostgreSQL holds metadata and audit events. Bytes live in a private directory with random server-generated names. The storage adapter sits behind a port so object storage is a new adapter, not a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demo. Point out that a request with a bad signature never touches the database: the signature check is cheap, has no I/O, and fails closed for garbage. Expiry comes from the server clock, not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why, not only what: I used signed URLs so the file can stay private while temporary download access is granted. Be upfront about the trade-off: stateless links cannot be individually revoked. Deleting the file kills all its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mentioning if asked: strict input bounds on TTL, filename and body size; downloads served as attachments with nosniff and no-store; production mode refuses to start with development secrets or a non-HTTPS base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153 unit, API and contract tests run in about two seconds with no external services and 98 percent coverage. Integration tests run against a real PostgreSQL in CI and check constraints, migrations and concurrent idempotent uploads. The Docker job builds the Ubuntu 24.04 image, checks it runs as non-root and smoke tests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make local and make smoke before the call. Have two terminals open. Full commands are in presentation/DEMO_SCRIPT.md. If time is short, do steps 1 to 4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distinction. Everything on the left is in the repository and tested. Everything on the right is documented as a next step in docs/SCALING.md and docs/KNOWN_LIMITATIONS.md but is not built.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6012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12105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28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File Service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uploads with expiring, signed download links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MVP walkthrough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Tejesh Chintapalli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github.com/Tejesh521/secure-file-service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this solve?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private file with someone who has no account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353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must stay private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6276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a filename or guessing a path must never be enough to download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2494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belong to someone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24048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 is tied to a user id, and only the owner can manage it.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0266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2907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should be temporary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097280" y="31821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can download for a bounded time, then the link stops working.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80390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685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need a trail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097280" y="39593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generated a link, when, and for how long should be recorded.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92240" y="137160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675120" y="15544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brief, in one line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"Upload privately, mint a link that expires, validate it on download, and record that it happened."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actually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complete version, scoped as a deliberate MVP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API where a user uploads a private file, the owner mints a temporary signed download URL, and the service verifies signature and expiry before serving the bytes. Every link generation is audited.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77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51" y="2461931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2404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8072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/v1/files streams the file to a private directory under a random name.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22402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2377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771" y="2461931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886200" y="2404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28072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/v1/files/{id}/links returns a URL with a TTL. Owner only.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22402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2200" y="2377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91" y="2461931"/>
            <a:ext cx="215067" cy="215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75120" y="2404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172200" y="28072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/v1/download/{id} checks signature, then expiry, then serves.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3566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37033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51" y="3787811"/>
            <a:ext cx="215067" cy="215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97280" y="3730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94360" y="4133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list files and read size, hash, status and dates.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3246120" y="3566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83280" y="37033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771" y="3787811"/>
            <a:ext cx="215067" cy="215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886200" y="3730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3383280" y="4133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link.generated, plus upload, download and delete events.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035040" y="3566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172200" y="37033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691" y="3787811"/>
            <a:ext cx="215067" cy="215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675120" y="3730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6172200" y="4133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PostgreSQL, local disk, pytest, GitHub Actions.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stateless API process, one database, one private disk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1649212"/>
            <a:ext cx="194584" cy="1945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header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3218688"/>
            <a:ext cx="347472" cy="347472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04" y="3295132"/>
            <a:ext cx="194584" cy="1945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24128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holder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926080" y="1280160"/>
            <a:ext cx="3108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63240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063240" y="169164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200400" y="1755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200400" y="19842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 · body limit · logs · metrics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63240" y="233172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200400" y="2395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auth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200400" y="2624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key → owner_id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297180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200400" y="30358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· Sign link · Queries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3200400" y="3264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operations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063240" y="361188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200400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validator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3200400" y="39044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route: sig → exp → lookup → serve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766560" y="14630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903720" y="15727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164" y="1649212"/>
            <a:ext cx="194584" cy="19458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333488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903720" y="1993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audit_events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903720" y="22128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ownership, audit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766560" y="3017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903720" y="312724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164" y="3203692"/>
            <a:ext cx="194584" cy="19458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333488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storage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6903720" y="3547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dir, mode 0700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6903720" y="37673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server keys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2194560" y="1920240"/>
            <a:ext cx="73152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1" name="Shape 35"/>
          <p:cNvSpPr/>
          <p:nvPr/>
        </p:nvSpPr>
        <p:spPr>
          <a:xfrm>
            <a:off x="2194560" y="3566160"/>
            <a:ext cx="731520" cy="0"/>
          </a:xfrm>
          <a:prstGeom prst="line">
            <a:avLst/>
          </a:prstGeom>
          <a:noFill/>
          <a:ln w="22225">
            <a:solidFill>
              <a:srgbClr val="D68910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6035040" y="2011680"/>
            <a:ext cx="73152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6035040" y="3566160"/>
            <a:ext cx="73152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4" name="Text 38"/>
          <p:cNvSpPr txBox="1"/>
          <p:nvPr/>
        </p:nvSpPr>
        <p:spPr>
          <a:xfrm>
            <a:off x="2212848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API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2212848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</a:t>
            </a:r>
            <a:endParaRPr lang="en-US" sz="850" dirty="0"/>
          </a:p>
        </p:txBody>
      </p:sp>
      <p:sp>
        <p:nvSpPr>
          <p:cNvPr id="46" name="Text 40"/>
          <p:cNvSpPr txBox="1"/>
          <p:nvPr/>
        </p:nvSpPr>
        <p:spPr>
          <a:xfrm>
            <a:off x="6053328" y="1755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txn</a:t>
            </a:r>
            <a:endParaRPr lang="en-US" sz="850" dirty="0"/>
          </a:p>
        </p:txBody>
      </p:sp>
      <p:sp>
        <p:nvSpPr>
          <p:cNvPr id="47" name="Text 41"/>
          <p:cNvSpPr txBox="1"/>
          <p:nvPr/>
        </p:nvSpPr>
        <p:spPr>
          <a:xfrm>
            <a:off x="6053328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850" dirty="0"/>
          </a:p>
        </p:txBody>
      </p:sp>
      <p:sp>
        <p:nvSpPr>
          <p:cNvPr id="48" name="Text 4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never pass through a static file server. Signing secret lives in configuration, so any restart or replica verifies the same links.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important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Store privately → Generate signed URL → Validate → Download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72768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74" y="1597274"/>
            <a:ext cx="225308" cy="2253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8488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933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5059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POSTs multipart file with API key. Size enforced while streaming.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29968" y="1709928"/>
            <a:ext cx="914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121408" y="1371600"/>
            <a:ext cx="1572768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58568" y="150876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82" y="1597274"/>
            <a:ext cx="225308" cy="2253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82696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258568" y="19933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privately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258568" y="245059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hashed, renamed atomically to a random key. Row and audit in one transaction.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94176" y="1709928"/>
            <a:ext cx="914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785616" y="1371600"/>
            <a:ext cx="1572768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922776" y="150876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290" y="1597274"/>
            <a:ext cx="225308" cy="2253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946904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3922776" y="19933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signed URL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3922776" y="245059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asks for a TTL. HMAC over file id, link id and expiry. Audit event recorded.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358384" y="1709928"/>
            <a:ext cx="914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449824" y="1371600"/>
            <a:ext cx="1572768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86984" y="150876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498" y="1597274"/>
            <a:ext cx="225308" cy="2253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11112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5586984" y="19933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586984" y="245059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first, then expiry, then metadata and file state. Fails closed.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022592" y="1709928"/>
            <a:ext cx="914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7114032" y="1371600"/>
            <a:ext cx="1572768" cy="1965960"/>
          </a:xfrm>
          <a:prstGeom prst="roundRect">
            <a:avLst>
              <a:gd name="adj" fmla="val 465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251192" y="150876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706" y="1597274"/>
            <a:ext cx="225308" cy="22530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27532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7251192" y="19933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251192" y="245059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streamed as an attachment, no-store, with a download audit event.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order on download, and what the caller sees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457200" y="3886200"/>
            <a:ext cx="1298448" cy="685800"/>
          </a:xfrm>
          <a:prstGeom prst="roundRect">
            <a:avLst>
              <a:gd name="adj" fmla="val 10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48640" y="39319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426110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signature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1847088" y="3886200"/>
            <a:ext cx="1298448" cy="685800"/>
          </a:xfrm>
          <a:prstGeom prst="roundRect">
            <a:avLst>
              <a:gd name="adj" fmla="val 10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1938528" y="39319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89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410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1938528" y="426110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3236976" y="3886200"/>
            <a:ext cx="1298448" cy="685800"/>
          </a:xfrm>
          <a:prstGeom prst="roundRect">
            <a:avLst>
              <a:gd name="adj" fmla="val 10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3328416" y="39319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3328416" y="426110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file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4626864" y="3886200"/>
            <a:ext cx="1298448" cy="685800"/>
          </a:xfrm>
          <a:prstGeom prst="roundRect">
            <a:avLst>
              <a:gd name="adj" fmla="val 10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4718304" y="39319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89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410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4718304" y="426110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6016752" y="3886200"/>
            <a:ext cx="1298448" cy="685800"/>
          </a:xfrm>
          <a:prstGeom prst="roundRect">
            <a:avLst>
              <a:gd name="adj" fmla="val 10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6108192" y="39319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800" dirty="0"/>
          </a:p>
        </p:txBody>
      </p:sp>
      <p:sp>
        <p:nvSpPr>
          <p:cNvPr id="53" name="Text 46"/>
          <p:cNvSpPr txBox="1"/>
          <p:nvPr/>
        </p:nvSpPr>
        <p:spPr>
          <a:xfrm>
            <a:off x="6108192" y="426110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missing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7406640" y="3886200"/>
            <a:ext cx="1298448" cy="685800"/>
          </a:xfrm>
          <a:prstGeom prst="roundRect">
            <a:avLst>
              <a:gd name="adj" fmla="val 10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7498080" y="39319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800" dirty="0"/>
          </a:p>
        </p:txBody>
      </p:sp>
      <p:sp>
        <p:nvSpPr>
          <p:cNvPr id="56" name="Text 49"/>
          <p:cNvSpPr txBox="1"/>
          <p:nvPr/>
        </p:nvSpPr>
        <p:spPr>
          <a:xfrm>
            <a:off x="7498080" y="426110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good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58" name="Text 5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signed URLs?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stays private. Only temporary access is granted.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/v1/download/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{file_id}</a:t>
            </a:r>
            <a:pPr indent="0" marL="0">
              <a:buNone/>
            </a:pPr>
            <a:r>
              <a:rPr lang="en-US" sz="1500" dirty="0">
                <a:solidFill>
                  <a:srgbClr val="B9D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?exp=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1758595200</a:t>
            </a:r>
            <a:pPr indent="0" marL="0">
              <a:buNone/>
            </a:pPr>
            <a:r>
              <a:rPr lang="en-US" sz="1500" dirty="0">
                <a:solidFill>
                  <a:srgbClr val="B9D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&amp;lid=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7f3a…</a:t>
            </a:r>
            <a:pPr indent="0" marL="0">
              <a:buNone/>
            </a:pPr>
            <a:r>
              <a:rPr lang="en-US" sz="1500" dirty="0">
                <a:solidFill>
                  <a:srgbClr val="B9D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&amp;kid=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</a:t>
            </a:r>
            <a:pPr indent="0" marL="0">
              <a:buNone/>
            </a:pPr>
            <a:r>
              <a:rPr lang="en-US" sz="1500" dirty="0">
                <a:solidFill>
                  <a:srgbClr val="B9D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&amp;sig=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Zk9x…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042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access ends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9923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time chosen from the TTL. It is inside the signed message, so it cannot be extended by editing the URL.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4775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81935" y="23042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81935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link this 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81935" y="299923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id per link. Stamped on the generation and download audit events so they correlate.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32350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9510" y="23042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6951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 signed it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69510" y="299923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ring lets me rotate secrets. New links use the active key; old links still verify.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19926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7086" y="23042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7086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is genuine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7086" y="299923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over version, file id, link id and expiry. Compared in constant time.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the link is stored except the audit row. The signature carries everything needed to verify it, so restarts and extra replicas are free. Trade-off: a single link cannot be revoked before expiry, only by deleting the file.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decisions, in practical terms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answers a specific way the system could be abused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51" y="1547531"/>
            <a:ext cx="215067" cy="215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508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storage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live outside any served path under random names. Knowing a filename gets you nothing.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4630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771" y="1547531"/>
            <a:ext cx="215067" cy="215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86200" y="1508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an owner_id. Metadata and link minting check it. Foreign and missing files both return the same 404.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4630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91" y="1547531"/>
            <a:ext cx="215067" cy="215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75120" y="1508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access instead of a public file. The URL carries id, expiry, key id and signature.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1089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51" y="3193451"/>
            <a:ext cx="215067" cy="215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7280" y="3154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download: verify signature, then expiry, then file state. Bad signatures never reach the database.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83280" y="31089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771" y="3193451"/>
            <a:ext cx="215067" cy="215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86200" y="3154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38328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secret comes from configuration, not memory, so a valid link survives an API restart.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72200" y="31089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691" y="3193451"/>
            <a:ext cx="215067" cy="21506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75120" y="3154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17220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generation writes an event with actor, link id, expiry, request id and client IP.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CI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tests are the real security scenarios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562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16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319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76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locally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covered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64592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upload, signed link and anonymous download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link rejected with 410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signature and hand-extended expiry rejected with 403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another user cannot see, probe or sign my file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TTL values rejected, defaults and caps enforced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 created on every link generation and download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still valid after service restart and after key rotation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 makes all its links return 410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push: a clean environment installs the project and proves the suite passes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0740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6684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· lint ·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4572000"/>
            <a:ext cx="914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68880" y="440740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446684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API ·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4572000"/>
            <a:ext cx="914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80560" y="440740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46684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tests · migrations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4572000"/>
            <a:ext cx="914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440740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446684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· smoke test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steps, one file, about five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081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 with an API key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with id and sha256. On disk: a random name, no client filename.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772400" cy="0"/>
          </a:xfrm>
          <a:prstGeom prst="line">
            <a:avLst/>
          </a:prstGeom>
          <a:noFill/>
          <a:ln w="9525">
            <a:solidFill>
              <a:srgbClr val="D5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470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8653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 link with a 120 s TTL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containing exp, lid, kid and sig. Audit shows link.generated.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240280"/>
            <a:ext cx="7772400" cy="0"/>
          </a:xfrm>
          <a:prstGeom prst="line">
            <a:avLst/>
          </a:prstGeom>
          <a:noFill/>
          <a:ln w="9525">
            <a:solidFill>
              <a:srgbClr val="D5E0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042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3225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with no credentials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served as attachment. Bytes identical to the original.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2697480"/>
            <a:ext cx="7772400" cy="0"/>
          </a:xfrm>
          <a:prstGeom prst="line">
            <a:avLst/>
          </a:prstGeom>
          <a:noFill/>
          <a:ln w="9525">
            <a:solidFill>
              <a:srgbClr val="D5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614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7797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character of sig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788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LINK_SIGNATURE_INVALID. Editing exp by hand also fails.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154680"/>
            <a:ext cx="7772400" cy="0"/>
          </a:xfrm>
          <a:prstGeom prst="line">
            <a:avLst/>
          </a:prstGeom>
          <a:noFill/>
          <a:ln w="9525">
            <a:solidFill>
              <a:srgbClr val="D5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186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2369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API, reuse the link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again. Secret lives in configuration, not memory.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611880"/>
            <a:ext cx="7772400" cy="0"/>
          </a:xfrm>
          <a:prstGeom prst="line">
            <a:avLst/>
          </a:prstGeom>
          <a:noFill/>
          <a:ln w="9525">
            <a:solidFill>
              <a:srgbClr val="D5E0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758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6941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audit trail as owner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link generation and download, correlated by link id.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" y="4069080"/>
            <a:ext cx="7772400" cy="0"/>
          </a:xfrm>
          <a:prstGeom prst="line">
            <a:avLst/>
          </a:prstGeom>
          <a:noFill/>
          <a:ln w="9525">
            <a:solidFill>
              <a:srgbClr val="D5E0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330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1513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file, retry the link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9768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on delete, then 410 FILE_UNAVAILABLE.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now, and what comes at scale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MVP, not a small production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337560"/>
          </a:xfrm>
          <a:prstGeom prst="roundRect">
            <a:avLst>
              <a:gd name="adj" fmla="val 2192"/>
            </a:avLst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571" y="1547531"/>
            <a:ext cx="215067" cy="215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built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upload, list, metadata, delete, sign, audit, download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local storage with random server-generated keys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audit events in PostgreSQL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checks via static API keys mapped to user ids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HMAC-signed URLs with key rotation support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download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CI, README and architecture diagram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77640" cy="3337560"/>
          </a:xfrm>
          <a:prstGeom prst="roundRect">
            <a:avLst>
              <a:gd name="adj" fmla="val 2192"/>
            </a:avLst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463040"/>
            <a:ext cx="384048" cy="384048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531" y="1547531"/>
            <a:ext cx="215067" cy="215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next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9659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(S3 or Spaces) behind the existing storage 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 and authorization (OIDC or JWT)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Per-link revocation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and per-owner quotas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scanning worker with a quarantined state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secrets and automated key rotation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logging, alerting and multi-instance deployment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MVP · Tejesh Chintapalli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Service — MVP</dc:title>
  <dc:subject>PptxGenJS Presentation</dc:subject>
  <dc:creator>Tejesh Chintapalli</dc:creator>
  <cp:lastModifiedBy>Tejesh Chintapalli</cp:lastModifiedBy>
  <cp:revision>1</cp:revision>
  <dcterms:created xsi:type="dcterms:W3CDTF">2026-09-22T22:30:27Z</dcterms:created>
  <dcterms:modified xsi:type="dcterms:W3CDTF">2026-09-22T22:30:27Z</dcterms:modified>
</cp:coreProperties>
</file>